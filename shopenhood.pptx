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8" r:id="rId8"/>
    <p:sldId id="266" r:id="rId9"/>
    <p:sldId id="269" r:id="rId10"/>
    <p:sldId id="270" r:id="rId11"/>
    <p:sldId id="271" r:id="rId12"/>
    <p:sldId id="272" r:id="rId13"/>
    <p:sldId id="273" r:id="rId14"/>
    <p:sldId id="267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99F6-B279-88C1-0897-7D32DA95F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7643D-1156-202D-F594-ED27A35B4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2158-8859-C53D-7411-6A36A818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4FAF0-F3E2-1DFC-E657-10F47A87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3D3C8-F508-41CC-2568-EB80B8DF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7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8C66-FAE6-F9CC-FB92-6A98BCC1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100E2-28F6-404C-7D56-715FAF80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61DB-DFBC-1CFD-44ED-B3EDA0B6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C380-B1AD-509F-DCA8-89EFE5DD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E4FC4-4AC1-3FC4-26C8-569B2FB7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29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4D18-C74F-C8C5-37EB-234AD350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F580B-0C30-F5BD-75A0-9F13E49D5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E48FE-1877-8002-27DF-EE129F3C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106D-6067-9569-CF14-77FEDB34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512EA-2448-BBCB-7DA7-9F9BD812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24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2549-6873-B02E-D19C-2069AC47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C23D-8138-2C40-8EEA-A43F6889B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7FABE-E15A-4D7E-7559-9981ABFEB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19441-D78B-1A33-BCCF-1FB2878D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EBD7D-AC77-EBB5-1320-4EDB04C5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99157-DA79-0BF3-36DD-0B6E1DFB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10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046F-5346-CEBC-79BC-916077FF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E915F-14C6-F3D3-F997-18F871D6F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379AE-8075-7731-55F2-9C981C68D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759B7-00CB-123A-F519-6478DB66F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636DD-0CE0-BA60-8DAE-90832C346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C3FE0-EA23-95DF-CB8C-D2AB73AC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986B4-3E26-F2D6-E6DA-52D2B67D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C8465-0DC5-4C7C-C2CA-16C06E4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03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A675-AF0D-5FD5-E248-73C28636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8B76B-05C7-8514-A47B-92B8737A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69BB0-8A64-DBAB-887A-73F63983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D588E-26FC-3C55-E0CA-2D9EE00A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9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3C46B-E61D-4ACC-D704-10E43397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2A81E-6284-0FC5-209B-2C1E3343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AD3BA-5B5A-7D74-F1BD-80201364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63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6023-0B0F-B055-7AD6-90CE3DA5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3E799-FDC3-03D9-BE04-5AE555BDB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FF520-164C-0FBA-C8EF-AB9183DD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19A22-61AC-6B87-4A9F-4AB03147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9E1CA-507A-4E71-5250-DBE8F6B1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5E7FC-53A9-295F-B353-27D8A812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61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7963-9C21-C785-47D8-1E85CC47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741B9-256A-1C31-5C18-2AF412F59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4E5D7-914E-0520-082C-87CBF61A3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223DF-A574-F1BF-E6E5-7EE8125C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95D1A-D3E9-49A9-6976-A4C2257E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321FB-EE4C-857E-7D58-4FFA67E0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1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3E43-F64E-084C-793C-91665C92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1F1B7-39B2-0AA0-E466-57C6B4E03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A32ED-8676-B815-3267-738637854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651FD-D046-A14A-3904-7AAB0A08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DAD31-108B-1CE2-0020-242137B0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83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788C6D-BCCE-B03B-9AA9-EFC9E7E9D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DBFF8-57E1-6787-BF43-362820F32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3FAAF-7C06-0FEA-4CF8-384C26B8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ADEF-8CEE-6874-8CA1-404483DB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10D4-CFB2-A43F-0CC6-A5642C8F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33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55B7D-7880-5B4E-D867-4559FAF4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76003-C7A6-E3B8-FD68-442473C95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2472-4BF7-02C3-3F62-C5EB25DF2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6C351-C095-4A2E-BBD1-DDF6258C189B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B5DE-25FC-570A-1C00-7DBD8EB30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B3D68-7CB5-4971-2294-22E2AAB04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DCD0A-98B9-4D9D-B5EF-440890C8C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3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cursor.com/agent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github/copilot-cli?tab=readme-ov-file" TargetMode="External"/><Relationship Id="rId5" Type="http://schemas.openxmlformats.org/officeDocument/2006/relationships/hyperlink" Target="https://agent.minimax.io/" TargetMode="External"/><Relationship Id="rId4" Type="http://schemas.openxmlformats.org/officeDocument/2006/relationships/hyperlink" Target="https://marketplace.visualstudio.com/items?itemName=anthropic.claude-cod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hpstorm.ru.uptodown.com/windows/download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aravel.com/ai/boost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559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600"/>
              <a:t>1) Kod üçün istifadə edilən editor - </a:t>
            </a:r>
            <a:r>
              <a:rPr lang="az-Latn-AZ" sz="1600">
                <a:hlinkClick r:id="rId2"/>
              </a:rPr>
              <a:t>https://cursor.com/agents</a:t>
            </a:r>
            <a:endParaRPr lang="az-Latn-AZ" sz="1600"/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/>
              <a:t>2) Kod üçün istifadə edilən editor - </a:t>
            </a:r>
            <a:r>
              <a:rPr lang="en-US" sz="1600">
                <a:hlinkClick r:id="rId3"/>
              </a:rPr>
              <a:t>https://code.visualstudio.com</a:t>
            </a:r>
            <a:r>
              <a:rPr lang="az-Latn-AZ" sz="1600"/>
              <a:t> ancaq əlavə github Copilot  extension qurmaq lazımdır.</a:t>
            </a:r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/>
              <a:t>3) Kod üçün extension - </a:t>
            </a:r>
            <a:r>
              <a:rPr lang="az-Latn-AZ" sz="1600">
                <a:hlinkClick r:id="rId4"/>
              </a:rPr>
              <a:t>https://marketplace.visualstudio.com/items?itemName=anthropic.claude-code</a:t>
            </a:r>
            <a:endParaRPr lang="az-Latn-AZ" sz="1600"/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/>
              <a:t>4) </a:t>
            </a:r>
            <a:r>
              <a:rPr lang="en-US" sz="1600"/>
              <a:t>Kod </a:t>
            </a:r>
            <a:r>
              <a:rPr lang="az-Latn-AZ" sz="1600"/>
              <a:t>üçün Aİ - </a:t>
            </a:r>
            <a:r>
              <a:rPr lang="az-Latn-AZ" sz="1600">
                <a:hlinkClick r:id="rId5"/>
              </a:rPr>
              <a:t>https://agent.minimax.io</a:t>
            </a:r>
            <a:endParaRPr lang="az-Latn-AZ" sz="1600"/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/>
              <a:t>5) GitHub Copilot CLI, GitHub Copilot-un güclü AI kodlaşdırma köməkçisini birbaşa terminalda istifadə etməyə imkan verən komanda sətiri interfeysidir. Yəni kod yazmaq, anlamaq, debug etmək və layihələr üzərində işləmək üçün terminaldan çıxmadan AI-lə təbii dil sorğuları ilə qarşılıqlı əlaqə qura bilərsiniz. - </a:t>
            </a:r>
            <a:r>
              <a:rPr lang="en-US" sz="1600">
                <a:hlinkClick r:id="rId6"/>
              </a:rPr>
              <a:t>https://github.com/github/copilot-cli?tab=readme-ov-file</a:t>
            </a:r>
            <a:endParaRPr lang="az-Latn-AZ" sz="1600"/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en-US" sz="1600" b="1"/>
              <a:t>Launching the CLI</a:t>
            </a:r>
            <a:r>
              <a:rPr lang="en-US" sz="1600"/>
              <a:t>:  </a:t>
            </a:r>
            <a:r>
              <a:rPr lang="en-US" sz="1600" b="1">
                <a:solidFill>
                  <a:srgbClr val="FF0000"/>
                </a:solidFill>
              </a:rPr>
              <a:t>copilot</a:t>
            </a:r>
            <a:br>
              <a:rPr lang="en-US" sz="1600"/>
            </a:br>
            <a:br>
              <a:rPr lang="en-US" sz="1600"/>
            </a:b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318742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Laravel E-commerce üçün 30+ DÜZGÜN Copilot Prompt-u (İNGİLİS DİLİNDƏ)</a:t>
            </a:r>
          </a:p>
          <a:p>
            <a:endParaRPr lang="az-Latn-AZ"/>
          </a:p>
          <a:p>
            <a:r>
              <a:rPr lang="en-US"/>
              <a:t>Arxitektura &amp; Struktur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folder structure suitable for a Laravel e-commerce project?”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“Does this separation between web and api routes make sense?”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service layer over-engineered or justified?”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“Can this logic be moved out of the controller?”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following Laravel best practices?”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“How would a senior Laravel developer structure this feature?”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repository pattern useful here or unnecessary?</a:t>
            </a:r>
            <a:endParaRPr lang="az-Latn-AZ"/>
          </a:p>
          <a:p>
            <a:pPr>
              <a:lnSpc>
                <a:spcPct val="200000"/>
              </a:lnSpc>
            </a:pPr>
            <a:endParaRPr lang="az-Latn-AZ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0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Cart / Checkout / Order Flow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cart implementation safe for concurrent users?”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“What happens if two requests update the cart at the same time?”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checkout flow missing any important steps?”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“What edge cases should I handle in checkout?”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order creation process atomic?”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“Should this logic be wrapped in a database transaction?”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“Is this payment callback handling secure?”</a:t>
            </a:r>
            <a:endParaRPr lang="az-Latn-AZ"/>
          </a:p>
          <a:p>
            <a:endParaRPr lang="az-Latn-AZ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55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Performance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query optimized or can it cause N+1 issues?”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“How can this code be more performance-efficient?”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“Should this be cached? If yes, where?”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eager loading applied correctly here?”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“Will this scale with 100k users?”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“What parts of this code are potential bottlenecks?”</a:t>
            </a:r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en-US"/>
              <a:t>Security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API endpoint vulnerable to unauthorized access?”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“Am I handling CSRF correctly here?”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input properly validated and sanitized?”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“Could this logic be exploited?”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safe against mass assignment?”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“Are there any security risks in this implementation?”</a:t>
            </a:r>
            <a:endParaRPr lang="az-Latn-AZ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61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Frontend + AJAX (Vanilla JS)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AJAX request implemented correctly without jQuery?”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“How can this JS code be more robust?”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“Am I handling loading and error states properly?”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approach SEO-safe for web pages?”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“Could this cause race conditions on fast clicks?”</a:t>
            </a:r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en-US"/>
              <a:t>Test &amp; Maintainability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code testable?”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“What parts should be covered by feature tests?”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“How would you refactor this for better readability?”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“Is this too tightly coupled?”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“How can this be made easier to maintain long-term?”</a:t>
            </a:r>
            <a:endParaRPr lang="az-Latn-AZ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7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Copilot-u daha ağıllı etmək üçün qızıl tövsiyə:</a:t>
            </a:r>
          </a:p>
          <a:p>
            <a:endParaRPr lang="az-Latn-AZ"/>
          </a:p>
          <a:p>
            <a:r>
              <a:rPr lang="en-US"/>
              <a:t>Prompt verəndə kontekst yarat:</a:t>
            </a:r>
            <a:r>
              <a:rPr lang="az-Latn-AZ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Pis</a:t>
            </a:r>
            <a:r>
              <a:rPr lang="en-US"/>
              <a:t>: is this correct?</a:t>
            </a:r>
            <a:endParaRPr lang="az-Latn-AZ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Yaxşı</a:t>
            </a:r>
            <a:r>
              <a:rPr lang="en-US"/>
              <a:t>: “This is part of a Laravel e-commerce checkout flow. Is this approach correct and production-ready?”</a:t>
            </a:r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en-US"/>
              <a:t>Copilot kontekstlə 3 qat daha yaxşı işləyir.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82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hlinkClick r:id="rId2"/>
              </a:rPr>
              <a:t>https://phpstorm.ru.uptodown.com/windows/download</a:t>
            </a:r>
            <a:endParaRPr lang="az-Latn-AZ"/>
          </a:p>
          <a:p>
            <a:endParaRPr lang="az-Latn-AZ"/>
          </a:p>
          <a:p>
            <a:r>
              <a:rPr lang="az-Latn-AZ"/>
              <a:t>2 proqram ilə eyni iproyekti yığmaq olar. 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4A52F-FA01-53DA-FA19-2EB80E505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936" y="2242458"/>
            <a:ext cx="5068128" cy="26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08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https://github.com/fruitcake/laravel-debugbar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54FA7-28AC-646A-EE98-9FA63937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494" y="2564055"/>
            <a:ext cx="6127011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8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400"/>
              <a:t>Bu PHPStorm-un Composer ayarları pəncərəsidir. İlk dəfə layihə açanda və ya composer.json görəndə avtomatik çıxır.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sz="14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Add packages as libraries:  Composer paketlərini IDE-yə düzgün tanıdır (autocomplete, Ctrl+Click və s.) ➜ Qalsın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Synchronize IDE Settings with composer.json: PSR-4, autoload, PHP versiyasını composer.json-dan oxuyur ➜ Çox vacibdir, qalsın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Check for available package updates: Paketlərin update-i varsa xəbər verir ➜ Qalsın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Show composer.json top panel with quick actions: Install / Update düymələri yuxarıda görünür ➜ Rahatlıqdır, qalsın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Notify about missing 'vendor' directory: composer install edilməyibsə xəbər verir ➜ Qalsın</a:t>
            </a:r>
            <a:endParaRPr lang="az-Latn-AZ" sz="14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Run install/update with --ignore-platform-reqs: BUNU açma çünki bu, PHP versiya / extension problemlərini gizlədir</a:t>
            </a:r>
            <a:endParaRPr lang="az-Latn-AZ" sz="1400"/>
          </a:p>
          <a:p>
            <a:endParaRPr lang="az-Latn-AZ" sz="1400"/>
          </a:p>
          <a:p>
            <a:endParaRPr lang="ru-RU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5E588-F5A6-57EF-95D9-F1ADC3E4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807" y="2762654"/>
            <a:ext cx="3935192" cy="409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hlinkClick r:id="rId2"/>
              </a:rPr>
              <a:t>https://laravel.com/ai/boost</a:t>
            </a:r>
            <a:endParaRPr lang="en-US"/>
          </a:p>
          <a:p>
            <a:endParaRPr lang="en-US"/>
          </a:p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2E714-F847-A4F4-181C-2D68DFC27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43" y="2049660"/>
            <a:ext cx="6386113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875E37-AE90-7C32-3EA9-A17CD0248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" y="1466680"/>
            <a:ext cx="11956816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9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755AD5-7EF5-A20B-FB9E-F43A534A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197"/>
            <a:ext cx="12192000" cy="452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74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42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Şifrə: 11111111</a:t>
            </a:r>
          </a:p>
          <a:p>
            <a:endParaRPr lang="az-Latn-AZ"/>
          </a:p>
          <a:p>
            <a:r>
              <a:rPr lang="en-US"/>
              <a:t>ideal Laravel e-commerce qovluq strukturu</a:t>
            </a:r>
          </a:p>
          <a:p>
            <a:endParaRPr lang="az-Latn-AZ"/>
          </a:p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565BE-967C-A26E-1CA2-6963BB9C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21" y="2470826"/>
            <a:ext cx="4330738" cy="39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5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2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6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76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14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169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860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202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450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677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978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11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324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330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613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349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776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665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10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06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774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422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44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661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034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3757D-6A8A-BDBF-5562-ACAD6B1F5A7D}"/>
              </a:ext>
            </a:extLst>
          </p:cNvPr>
          <p:cNvSpPr txBox="1"/>
          <p:nvPr/>
        </p:nvSpPr>
        <p:spPr>
          <a:xfrm>
            <a:off x="1622" y="0"/>
            <a:ext cx="1219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01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773</Words>
  <Application>Microsoft Office PowerPoint</Application>
  <PresentationFormat>Widescreen</PresentationFormat>
  <Paragraphs>112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13</cp:revision>
  <dcterms:created xsi:type="dcterms:W3CDTF">2026-01-23T13:59:30Z</dcterms:created>
  <dcterms:modified xsi:type="dcterms:W3CDTF">2026-01-24T14:34:36Z</dcterms:modified>
</cp:coreProperties>
</file>